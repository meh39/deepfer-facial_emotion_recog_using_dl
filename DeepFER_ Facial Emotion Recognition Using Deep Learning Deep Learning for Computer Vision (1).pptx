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623b3ae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623b3ae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4623b3aec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4623b3aec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4623b3aec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4623b3aec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4623b3aec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4623b3aec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4623b3aec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4623b3aec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4623b3aec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4623b3aec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623b3aec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623b3aec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4623b3aeca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4623b3aec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4623b3aec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4623b3aec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500">
                <a:solidFill>
                  <a:srgbClr val="1C1C25"/>
                </a:solidFill>
                <a:highlight>
                  <a:srgbClr val="FFFFFF"/>
                </a:highlight>
              </a:rPr>
              <a:t>DeepFER: Facial Emotion Recognition Using Deep Learning</a:t>
            </a:r>
            <a:endParaRPr sz="3500">
              <a:solidFill>
                <a:srgbClr val="1C1C2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highlight>
                  <a:schemeClr val="lt1"/>
                </a:highlight>
              </a:rPr>
              <a:t>Deep Learning for Computer Vision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550" y="-266557"/>
            <a:ext cx="8520600" cy="4835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400" y="845757"/>
            <a:ext cx="9143999" cy="34519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250"/>
            <a:ext cx="9144000" cy="510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475" y="73738"/>
            <a:ext cx="8256576" cy="4996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9500" y="1205050"/>
            <a:ext cx="9677724" cy="297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14362" y="699850"/>
            <a:ext cx="9972726" cy="35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64751"/>
            <a:ext cx="8832301" cy="401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700" y="235775"/>
            <a:ext cx="8296276" cy="448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650" y="164388"/>
            <a:ext cx="8646699" cy="463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